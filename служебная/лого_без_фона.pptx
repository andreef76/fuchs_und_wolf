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8" d="100"/>
          <a:sy n="98" d="100"/>
        </p:scale>
        <p:origin x="5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490E9-3D5E-48E2-ADBB-008E7C226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A73DE44-1D31-4235-96CE-1F0E45B8E2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18E49D-6433-4B37-B1B6-B7868B1EC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63901-F006-4DF7-8BB7-006D4E18743F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38624E-148E-4A0A-A2C6-FD8B05507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4A864F-B249-462B-A2AA-66835A6E1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E33D-731D-4044-A54D-B415C4DFB7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774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5B71A7-B708-443F-9551-39503CA89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E5B707-BAA2-4E74-8969-A36AB7C93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59DDB1-76ED-418A-8005-2E86A3A94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63901-F006-4DF7-8BB7-006D4E18743F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3266F9-CE81-4A71-8C56-F08CB27B8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1097F0-1E02-4AD4-8391-751FAB876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E33D-731D-4044-A54D-B415C4DFB7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0584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FEA437-2C10-4F08-8C9C-7BC660E0A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35C663-8A9B-45A2-A611-8486D7771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316A77-AF78-42CF-AEB9-FE233A8BA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63901-F006-4DF7-8BB7-006D4E18743F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D8E697-D224-4F52-8DA5-AACA2A1E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BF14D6-D062-47D5-87F6-514EFA614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E33D-731D-4044-A54D-B415C4DFB7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628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405CF8-779F-4E91-8A91-9717DBF2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EC0BB3-75D8-4EBF-820B-CCF120975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0CF981-157A-47C2-AEE3-D55A110E3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9EC714-D92F-49A3-8327-E6B50500B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63901-F006-4DF7-8BB7-006D4E18743F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A20F78-6AEA-45C0-96E0-B6E7D0269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ADEE79-BE57-418D-BBEE-ED3FEFEC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E33D-731D-4044-A54D-B415C4DFB7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921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8A0C0-BB23-45AF-8785-03B7F91D3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EFFDE9-B53C-400F-84F5-76B565063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226259-6D83-44A6-A69E-CCA3000C0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8ECEE93-3E0B-454C-BCBB-04E766531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007A96E-E7C6-4029-9D1A-E0F30D87DF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4F706E7-8A62-4856-97AA-7690C36DE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63901-F006-4DF7-8BB7-006D4E18743F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A49F466-C089-41BC-86D5-966E1225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6F9CB5-591D-4B79-B3BB-B76CB175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E33D-731D-4044-A54D-B415C4DFB7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576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E0B704-493E-4B5C-90B0-C8A1CFE62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15C9082-35F0-4D62-B6F6-BA0180CE2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63901-F006-4DF7-8BB7-006D4E18743F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A0114FA-CD94-4E1B-A683-75D376FFA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A5D8BFC-A27B-4C49-BA38-4D2127FF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E33D-731D-4044-A54D-B415C4DFB7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069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B483443-39CA-4473-9DE2-C7535B288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63901-F006-4DF7-8BB7-006D4E18743F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821362-BD16-45D5-B6C6-E80DACB91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FEE895-F78A-4486-ABF4-4CB9D0FD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E33D-731D-4044-A54D-B415C4DFB7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985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300190-E84F-4B75-94DF-3D1D8426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36EF26-4ADD-41A3-A845-7DFD4C118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01A942A-1C11-4932-A5C1-B1A04F70F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D20D2A-FB4C-4F8D-9CBE-DBD008E00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63901-F006-4DF7-8BB7-006D4E18743F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5EA05B-521A-484D-B1F7-BF68845CE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668038-0F6D-42FF-BF73-9E4655AA0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E33D-731D-4044-A54D-B415C4DFB7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662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C21EDC-6215-45D0-B2B8-4A54E263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704389C-2BD3-465C-8E6D-014E12991B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F7EFCA-DD00-4C12-B85F-7EE129502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E31B5E-F9C5-4D84-A476-43034F2F7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63901-F006-4DF7-8BB7-006D4E18743F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797D70-AA9C-4EB0-BAFE-036509962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4D12C2-41D1-4D60-80F8-6452DC1B2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E33D-731D-4044-A54D-B415C4DFB7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894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1CA79-9BBF-4990-A24A-33F01AAF8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CD9D3B3-0DBB-44F0-A263-808B8FBFF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0D7D25-D9FD-4DC5-BB48-1B8929592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63901-F006-4DF7-8BB7-006D4E18743F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73BF80-3306-4272-AD39-D91589525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B556C1-4113-4AC0-85C9-7B4B56D3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E33D-731D-4044-A54D-B415C4DFB7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533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7B34B99-67AE-46D0-B876-6F48EB9B57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7F6C9A-7E76-4F97-B11B-15E5FEF9E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1F98A7-383A-4A8D-9FCD-A5E7F4D9B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63901-F006-4DF7-8BB7-006D4E18743F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2A2567-8402-41A6-8751-DDA0E2F82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5E0943-1B41-4D43-8984-F864F9AD1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E33D-731D-4044-A54D-B415C4DFB7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4030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BD7218-E51D-4B65-950A-AB486F170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69B823-E276-459B-9842-986E5F08C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01B170-4A09-4EE9-8DE6-71AE08CA42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63901-F006-4DF7-8BB7-006D4E18743F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F0A544-EB74-4599-BBD4-B25BC9455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9D63C3-7882-4EE5-A9FC-A7A18B4BB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BE33D-731D-4044-A54D-B415C4DFB7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544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4BE346-D0F6-4596-9D13-3308C707B2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9C9F620-D10E-46D8-908B-8C9A26D7D6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3D5A6F-15E4-4E83-BE72-7FDF4C7E1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613" b="98226" l="9839" r="90000">
                        <a14:foregroundMark x1="12581" y1="44677" x2="21613" y2="30323"/>
                        <a14:foregroundMark x1="21293" y1="11452" x2="21290" y2="11290"/>
                        <a14:foregroundMark x1="21325" y1="13357" x2="21293" y2="11452"/>
                        <a14:foregroundMark x1="21613" y1="30323" x2="21358" y2="15291"/>
                        <a14:foregroundMark x1="28640" y1="10403" x2="30645" y2="10161"/>
                        <a14:foregroundMark x1="23482" y1="11025" x2="23673" y2="11002"/>
                        <a14:foregroundMark x1="22889" y1="11097" x2="23033" y2="11080"/>
                        <a14:foregroundMark x1="33865" y1="13738" x2="36452" y2="16613"/>
                        <a14:foregroundMark x1="30645" y1="10161" x2="33621" y2="13468"/>
                        <a14:foregroundMark x1="36452" y1="16613" x2="45161" y2="18710"/>
                        <a14:foregroundMark x1="52190" y1="24516" x2="52581" y2="24839"/>
                        <a14:foregroundMark x1="51409" y1="23871" x2="51995" y2="24355"/>
                        <a14:foregroundMark x1="51018" y1="23548" x2="51409" y2="23871"/>
                        <a14:foregroundMark x1="50823" y1="23387" x2="51018" y2="23548"/>
                        <a14:foregroundMark x1="50433" y1="23065" x2="50823" y2="23387"/>
                        <a14:foregroundMark x1="50237" y1="22903" x2="50433" y2="23065"/>
                        <a14:foregroundMark x1="49847" y1="22581" x2="50042" y2="22742"/>
                        <a14:foregroundMark x1="49651" y1="22419" x2="49847" y2="22581"/>
                        <a14:foregroundMark x1="49456" y1="22258" x2="49651" y2="22419"/>
                        <a14:foregroundMark x1="49065" y1="21935" x2="49456" y2="22258"/>
                        <a14:foregroundMark x1="48870" y1="21774" x2="49065" y2="21935"/>
                        <a14:foregroundMark x1="48675" y1="21613" x2="48870" y2="21774"/>
                        <a14:foregroundMark x1="46528" y1="19839" x2="48675" y2="21613"/>
                        <a14:foregroundMark x1="45161" y1="18710" x2="46528" y2="19839"/>
                        <a14:foregroundMark x1="52581" y1="24839" x2="55323" y2="37581"/>
                        <a14:foregroundMark x1="54632" y1="46290" x2="53710" y2="57903"/>
                        <a14:foregroundMark x1="55323" y1="37581" x2="54632" y2="46290"/>
                        <a14:foregroundMark x1="53710" y1="57903" x2="55161" y2="62742"/>
                        <a14:foregroundMark x1="42015" y1="48065" x2="41935" y2="47742"/>
                        <a14:foregroundMark x1="42055" y1="48226" x2="42015" y2="48065"/>
                        <a14:foregroundMark x1="42182" y1="48742" x2="42055" y2="48226"/>
                        <a14:foregroundMark x1="45161" y1="60806" x2="42270" y2="49099"/>
                        <a14:foregroundMark x1="43220" y1="49845" x2="47258" y2="56452"/>
                        <a14:foregroundMark x1="42230" y1="48226" x2="42882" y2="49291"/>
                        <a14:foregroundMark x1="42132" y1="48065" x2="42230" y2="48226"/>
                        <a14:foregroundMark x1="41935" y1="47742" x2="42132" y2="48065"/>
                        <a14:foregroundMark x1="47258" y1="56452" x2="45806" y2="55645"/>
                        <a14:foregroundMark x1="21452" y1="6613" x2="25645" y2="5645"/>
                        <a14:foregroundMark x1="23065" y1="2097" x2="23065" y2="1774"/>
                        <a14:foregroundMark x1="10645" y1="48226" x2="9839" y2="49194"/>
                        <a14:foregroundMark x1="32140" y1="78710" x2="26129" y2="71613"/>
                        <a14:foregroundMark x1="37742" y1="85323" x2="32140" y2="78710"/>
                        <a14:foregroundMark x1="23495" y1="62258" x2="21452" y2="55000"/>
                        <a14:foregroundMark x1="23677" y1="62903" x2="23495" y2="62258"/>
                        <a14:foregroundMark x1="23859" y1="63548" x2="23677" y2="62903"/>
                        <a14:foregroundMark x1="23905" y1="63710" x2="23859" y2="63548"/>
                        <a14:foregroundMark x1="26129" y1="71613" x2="23905" y2="63710"/>
                        <a14:foregroundMark x1="21452" y1="55000" x2="21935" y2="52097"/>
                        <a14:foregroundMark x1="27419" y1="65968" x2="27419" y2="64194"/>
                        <a14:foregroundMark x1="21774" y1="52419" x2="22419" y2="51452"/>
                        <a14:foregroundMark x1="49194" y1="98226" x2="50323" y2="90645"/>
                        <a14:foregroundMark x1="39355" y1="85806" x2="39355" y2="85806"/>
                        <a14:foregroundMark x1="40161" y1="86935" x2="40161" y2="86935"/>
                        <a14:foregroundMark x1="40645" y1="87419" x2="40645" y2="87419"/>
                        <a14:foregroundMark x1="41290" y1="87903" x2="41290" y2="87903"/>
                        <a14:foregroundMark x1="41613" y1="88548" x2="41613" y2="88548"/>
                        <a14:foregroundMark x1="42258" y1="89032" x2="42258" y2="89032"/>
                        <a14:foregroundMark x1="42903" y1="89516" x2="42903" y2="89516"/>
                        <a14:foregroundMark x1="33710" y1="41613" x2="33710" y2="41613"/>
                        <a14:foregroundMark x1="41290" y1="67258" x2="41290" y2="67258"/>
                        <a14:foregroundMark x1="47097" y1="65645" x2="47097" y2="65645"/>
                        <a14:foregroundMark x1="56613" y1="66935" x2="56613" y2="66935"/>
                        <a14:foregroundMark x1="48871" y1="71774" x2="48871" y2="71774"/>
                        <a14:foregroundMark x1="26774" y1="16613" x2="26774" y2="16613"/>
                        <a14:foregroundMark x1="25645" y1="12742" x2="25645" y2="12742"/>
                        <a14:foregroundMark x1="25323" y1="13548" x2="25323" y2="13871"/>
                        <a14:foregroundMark x1="25323" y1="13065" x2="25323" y2="13065"/>
                        <a14:foregroundMark x1="25323" y1="12903" x2="25323" y2="13065"/>
                        <a14:foregroundMark x1="25806" y1="13548" x2="25806" y2="13548"/>
                        <a14:foregroundMark x1="25323" y1="12742" x2="25323" y2="12742"/>
                        <a14:foregroundMark x1="25484" y1="13226" x2="25484" y2="13226"/>
                        <a14:foregroundMark x1="25645" y1="13387" x2="25645" y2="13387"/>
                        <a14:foregroundMark x1="25806" y1="13710" x2="25645" y2="12903"/>
                        <a14:backgroundMark x1="23287" y1="12742" x2="23065" y2="11613"/>
                        <a14:backgroundMark x1="23319" y1="12903" x2="23287" y2="12742"/>
                        <a14:backgroundMark x1="23383" y1="13226" x2="23351" y2="13065"/>
                        <a14:backgroundMark x1="23415" y1="13387" x2="23383" y2="13226"/>
                        <a14:backgroundMark x1="23446" y1="13548" x2="23415" y2="13387"/>
                        <a14:backgroundMark x1="24049" y1="16613" x2="23509" y2="13871"/>
                        <a14:backgroundMark x1="25161" y1="22258" x2="24049" y2="16613"/>
                        <a14:backgroundMark x1="26602" y1="13871" x2="30645" y2="16452"/>
                        <a14:backgroundMark x1="25844" y1="13387" x2="26096" y2="13548"/>
                        <a14:backgroundMark x1="25592" y1="13226" x2="25844" y2="13387"/>
                        <a14:backgroundMark x1="25340" y1="13065" x2="25592" y2="13226"/>
                        <a14:backgroundMark x1="24834" y1="12742" x2="25086" y2="12903"/>
                        <a14:backgroundMark x1="23065" y1="11613" x2="24834" y2="12742"/>
                        <a14:backgroundMark x1="30511" y1="16613" x2="25806" y2="22258"/>
                        <a14:backgroundMark x1="30645" y1="16452" x2="30511" y2="16613"/>
                        <a14:backgroundMark x1="40323" y1="13548" x2="30484" y2="4355"/>
                        <a14:backgroundMark x1="10806" y1="38710" x2="17419" y2="31452"/>
                        <a14:backgroundMark x1="17419" y1="31452" x2="19032" y2="20000"/>
                        <a14:backgroundMark x1="19032" y1="20000" x2="16452" y2="9355"/>
                        <a14:backgroundMark x1="16452" y1="9355" x2="17258" y2="6129"/>
                        <a14:backgroundMark x1="23065" y1="10806" x2="23065" y2="10806"/>
                        <a14:backgroundMark x1="23065" y1="10968" x2="23065" y2="10968"/>
                        <a14:backgroundMark x1="23226" y1="11452" x2="23226" y2="11452"/>
                        <a14:backgroundMark x1="23871" y1="11452" x2="23871" y2="11452"/>
                        <a14:backgroundMark x1="23548" y1="11129" x2="23065" y2="11129"/>
                        <a14:backgroundMark x1="9677" y1="53387" x2="23871" y2="41613"/>
                        <a14:backgroundMark x1="25968" y1="62258" x2="25968" y2="62258"/>
                        <a14:backgroundMark x1="25645" y1="62903" x2="25645" y2="62903"/>
                        <a14:backgroundMark x1="25806" y1="63548" x2="25806" y2="63548"/>
                        <a14:backgroundMark x1="25484" y1="63710" x2="25484" y2="63710"/>
                        <a14:backgroundMark x1="44194" y1="86935" x2="44194" y2="86935"/>
                        <a14:backgroundMark x1="35161" y1="78710" x2="35161" y2="78710"/>
                        <a14:backgroundMark x1="23871" y1="11129" x2="23871" y2="11129"/>
                        <a14:backgroundMark x1="22903" y1="11129" x2="22903" y2="11290"/>
                        <a14:backgroundMark x1="49677" y1="19839" x2="49677" y2="19839"/>
                        <a14:backgroundMark x1="50323" y1="24355" x2="50323" y2="24516"/>
                        <a14:backgroundMark x1="50000" y1="22903" x2="50000" y2="22903"/>
                        <a14:backgroundMark x1="50000" y1="22581" x2="50000" y2="22581"/>
                        <a14:backgroundMark x1="49516" y1="22581" x2="49516" y2="22581"/>
                        <a14:backgroundMark x1="49194" y1="22258" x2="49194" y2="22258"/>
                        <a14:backgroundMark x1="49194" y1="21774" x2="49194" y2="21774"/>
                        <a14:backgroundMark x1="49032" y1="21935" x2="49032" y2="21935"/>
                        <a14:backgroundMark x1="48871" y1="21613" x2="48871" y2="21613"/>
                        <a14:backgroundMark x1="49677" y1="22419" x2="49677" y2="22419"/>
                        <a14:backgroundMark x1="49839" y1="22258" x2="49839" y2="22258"/>
                        <a14:backgroundMark x1="49677" y1="22742" x2="49677" y2="22903"/>
                        <a14:backgroundMark x1="49516" y1="22258" x2="49516" y2="22258"/>
                        <a14:backgroundMark x1="50645" y1="23065" x2="50645" y2="23065"/>
                        <a14:backgroundMark x1="50968" y1="23548" x2="50968" y2="23548"/>
                        <a14:backgroundMark x1="50806" y1="23871" x2="50806" y2="23871"/>
                        <a14:backgroundMark x1="50806" y1="23387" x2="50806" y2="23387"/>
                        <a14:backgroundMark x1="50484" y1="23065" x2="50484" y2="23065"/>
                        <a14:backgroundMark x1="50323" y1="23387" x2="50323" y2="23387"/>
                        <a14:backgroundMark x1="50323" y1="23065" x2="50323" y2="23065"/>
                        <a14:backgroundMark x1="50484" y1="23065" x2="50484" y2="23065"/>
                        <a14:backgroundMark x1="33065" y1="39516" x2="33065" y2="39516"/>
                        <a14:backgroundMark x1="34194" y1="39516" x2="34194" y2="39516"/>
                        <a14:backgroundMark x1="35484" y1="40000" x2="35484" y2="40000"/>
                        <a14:backgroundMark x1="36452" y1="40000" x2="36774" y2="40161"/>
                        <a14:backgroundMark x1="37419" y1="40484" x2="37419" y2="40484"/>
                        <a14:backgroundMark x1="38387" y1="40806" x2="38387" y2="40806"/>
                        <a14:backgroundMark x1="39194" y1="41452" x2="39194" y2="41452"/>
                        <a14:backgroundMark x1="39839" y1="42258" x2="39839" y2="42258"/>
                        <a14:backgroundMark x1="40645" y1="42903" x2="40645" y2="42903"/>
                        <a14:backgroundMark x1="41129" y1="44194" x2="41290" y2="44355"/>
                        <a14:backgroundMark x1="41935" y1="45323" x2="41935" y2="45323"/>
                        <a14:backgroundMark x1="42258" y1="46774" x2="42258" y2="47097"/>
                        <a14:backgroundMark x1="42419" y1="48065" x2="42419" y2="48065"/>
                        <a14:backgroundMark x1="41935" y1="48548" x2="41774" y2="48710"/>
                        <a14:backgroundMark x1="41774" y1="48226" x2="41774" y2="48226"/>
                        <a14:backgroundMark x1="30484" y1="38871" x2="30484" y2="38871"/>
                        <a14:backgroundMark x1="35806" y1="42097" x2="35806" y2="42097"/>
                        <a14:backgroundMark x1="64032" y1="39839" x2="64032" y2="39839"/>
                        <a14:backgroundMark x1="64032" y1="43710" x2="64032" y2="43710"/>
                        <a14:backgroundMark x1="60484" y1="46129" x2="60484" y2="46129"/>
                        <a14:backgroundMark x1="58065" y1="46290" x2="58065" y2="46290"/>
                        <a14:backgroundMark x1="55000" y1="63065" x2="55000" y2="63065"/>
                        <a14:backgroundMark x1="54839" y1="62742" x2="54839" y2="62742"/>
                        <a14:backgroundMark x1="51452" y1="75484" x2="51452" y2="75484"/>
                        <a14:backgroundMark x1="52581" y1="75645" x2="51613" y2="75323"/>
                        <a14:backgroundMark x1="49355" y1="76290" x2="52581" y2="75645"/>
                        <a14:backgroundMark x1="90645" y1="51129" x2="90645" y2="51129"/>
                        <a14:backgroundMark x1="90484" y1="51613" x2="90484" y2="51613"/>
                        <a14:backgroundMark x1="71774" y1="15484" x2="71774" y2="15484"/>
                        <a14:backgroundMark x1="41774" y1="11774" x2="41774" y2="1177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922" y="302800"/>
            <a:ext cx="5906324" cy="59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8035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Pavel Andreev</dc:creator>
  <cp:lastModifiedBy>Pavel Andreev</cp:lastModifiedBy>
  <cp:revision>3</cp:revision>
  <dcterms:created xsi:type="dcterms:W3CDTF">2025-12-09T17:39:56Z</dcterms:created>
  <dcterms:modified xsi:type="dcterms:W3CDTF">2025-12-09T17:52:07Z</dcterms:modified>
</cp:coreProperties>
</file>